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11071-4AE0-6AA9-55AA-40EE100F2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CCAE02-41EF-A6F6-3163-D5F4C4AE1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1A5D1-93DA-0A12-6FA8-BA4BDE7E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4BF24-73A7-49CC-AD19-D11DD6551623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6C199-403A-DC4C-8FCC-3A93E0943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85E3A-887A-0026-1B65-083B145E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0EB94-2C0B-4BEB-883A-40B6AB73148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95146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D8C58-3327-6689-75F3-AFD4782AF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A255F-1D01-063F-811F-3D3F957F3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6C1DD-2DCF-3746-32EF-90D7497BB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4BF24-73A7-49CC-AD19-D11DD6551623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2C8F1-5AFB-B807-BAFB-F03714F67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0B317-00F6-65CA-126F-92548C08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0EB94-2C0B-4BEB-883A-40B6AB73148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69180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F441-CC41-847E-0B37-A175687E0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B4685-14AA-A4E6-3820-7A168E7E8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D728F-30C3-18D1-6B0B-66D20C44C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4BF24-73A7-49CC-AD19-D11DD6551623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E844E-2978-203B-3AC8-8398A8932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81806-B8D2-64FE-2CA2-38C23B9DB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0EB94-2C0B-4BEB-883A-40B6AB73148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983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0C412-A189-0539-0DE6-3D75BF28D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5EEE7-A128-1EAD-5BD9-7BB11487F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65719-84E4-E503-958A-863D88E3B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BC74-6283-CB24-75F5-2B7AEC246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4BF24-73A7-49CC-AD19-D11DD6551623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DBECF-1E62-18C6-954E-2CB68E923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1BB51-B4EE-0F16-22C1-45F6ECFED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0EB94-2C0B-4BEB-883A-40B6AB73148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3298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88D19-BE88-C366-019D-7F790B332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84C5B-851B-65AF-4882-9156B8C12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9805A-50E2-97B8-5440-81BCD69F4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DBD6F6-E400-C5C7-AC81-EAE680D6E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99F86-8527-A312-E24A-710A368DC6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DD9A03-3AC7-7582-BE92-CFB30FAEB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4BF24-73A7-49CC-AD19-D11DD6551623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B39E8-BAF8-FB78-3098-A3A72CEE9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2BCB7-4890-4729-98A1-D45CD1ED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0EB94-2C0B-4BEB-883A-40B6AB73148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45263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75D7A-3317-8B70-4659-4574FD7BF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717052-3579-22F0-1468-8EDCB90D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4BF24-73A7-49CC-AD19-D11DD6551623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86890-3CAA-2FFD-C779-38EDCB5F7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718DD-6E3B-CE70-59A1-0E0FB7EC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0EB94-2C0B-4BEB-883A-40B6AB73148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99760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8EB81-A245-3988-AE08-59D06C3F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4BF24-73A7-49CC-AD19-D11DD6551623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DBD9B-6317-0D83-810F-5A7778529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6B82C-7B00-6943-33B0-734CAF0A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0EB94-2C0B-4BEB-883A-40B6AB73148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2906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4F230-2947-7297-5044-8B4B530BA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1FE99-B8A7-ECE2-DEA2-E44C90A8F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885DE-A02A-CDC6-0857-6EFD77EAB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738DE-8884-04BA-6B60-BFB7F7D0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4BF24-73A7-49CC-AD19-D11DD6551623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FBB58-F4BB-AFA5-8267-D7E0A9D20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FD846-0FA2-D158-1F96-066D64689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0EB94-2C0B-4BEB-883A-40B6AB73148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88460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55B6-58C0-8F91-CEA9-6A5D3726C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07293-3011-A8FA-2120-77293F53ED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FB1592-EB05-F5F6-4AA8-4DA86459C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DC52F-AC3F-985A-53D3-EC9321B76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4BF24-73A7-49CC-AD19-D11DD6551623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0A94F-A89A-72E9-71D2-CD6891ED6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42DF4-8B65-52EC-0ABA-5139C48E2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0EB94-2C0B-4BEB-883A-40B6AB73148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03971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4AEF-0188-EC34-E0C6-8BE0E8CCE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4D29B-F9EB-ECFC-E19A-2F6CE4496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FA4E8-7948-B8C6-CE22-FCB8D46F3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4BF24-73A7-49CC-AD19-D11DD6551623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27AA8-C8C5-D391-B0C3-E4CBE099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04A16-7979-DA2E-8698-270C1FCF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0EB94-2C0B-4BEB-883A-40B6AB73148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7275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98B096-C869-43BF-35F6-85E533EE4C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63298-ACD7-8914-3E07-11E1799AC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9B815-805E-C9CF-CF96-87A786BB4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4BF24-73A7-49CC-AD19-D11DD6551623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5012B-EA77-80B9-2BC1-2E594114D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BA7B7-5893-303D-1586-49234632A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0EB94-2C0B-4BEB-883A-40B6AB73148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2542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24C78E-DB40-A03E-32E2-E7D409D1F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772D9-57AD-C403-F622-6E5121755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EA04F-4F67-8B5C-AB1C-EBC170014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4BF24-73A7-49CC-AD19-D11DD6551623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C2569-9A9F-5428-7E30-B6B3D3030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9E16D-3271-9C63-2A99-1CC1D30BB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0EB94-2C0B-4BEB-883A-40B6AB73148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0723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4FBA61-0243-03D2-C86F-A30E47172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" y="440996"/>
            <a:ext cx="4504475" cy="1591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7FC7CC-F76A-A300-9417-AF53520570DB}"/>
              </a:ext>
            </a:extLst>
          </p:cNvPr>
          <p:cNvSpPr txBox="1"/>
          <p:nvPr/>
        </p:nvSpPr>
        <p:spPr>
          <a:xfrm>
            <a:off x="1348740" y="-20669"/>
            <a:ext cx="1597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Exercise 1</a:t>
            </a:r>
            <a:endParaRPr lang="en-AE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A65F8-5747-90B1-D99F-43297085A4F3}"/>
              </a:ext>
            </a:extLst>
          </p:cNvPr>
          <p:cNvSpPr txBox="1"/>
          <p:nvPr/>
        </p:nvSpPr>
        <p:spPr>
          <a:xfrm>
            <a:off x="1348740" y="2050647"/>
            <a:ext cx="1597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Exercise 2</a:t>
            </a:r>
            <a:endParaRPr lang="en-AE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7057D5-E6AD-7389-A212-C300AB14D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77" y="2553908"/>
            <a:ext cx="4501199" cy="13857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FA171C-6993-850B-26E5-381F45FC2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77" y="4460881"/>
            <a:ext cx="4503205" cy="22732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BC6FCA-A90D-1A60-033F-196884603903}"/>
              </a:ext>
            </a:extLst>
          </p:cNvPr>
          <p:cNvSpPr txBox="1"/>
          <p:nvPr/>
        </p:nvSpPr>
        <p:spPr>
          <a:xfrm>
            <a:off x="1198247" y="3939694"/>
            <a:ext cx="1597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Exercise 3</a:t>
            </a:r>
            <a:endParaRPr lang="en-AE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E2ADF4-917D-C2F0-5CC2-10DC682CB520}"/>
              </a:ext>
            </a:extLst>
          </p:cNvPr>
          <p:cNvSpPr txBox="1"/>
          <p:nvPr/>
        </p:nvSpPr>
        <p:spPr>
          <a:xfrm>
            <a:off x="7804694" y="175325"/>
            <a:ext cx="1597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Exercise 4</a:t>
            </a:r>
            <a:endParaRPr lang="en-AE" sz="24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1E416F-AC45-89D0-083A-AA510745D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5120" y="694140"/>
            <a:ext cx="4736508" cy="19538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32158C-3C13-600A-B71E-A9FDEEA9F8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5120" y="3743325"/>
            <a:ext cx="4880056" cy="283724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52F72E0-CD92-F2F5-8F6C-9343EA9B6215}"/>
              </a:ext>
            </a:extLst>
          </p:cNvPr>
          <p:cNvSpPr txBox="1"/>
          <p:nvPr/>
        </p:nvSpPr>
        <p:spPr>
          <a:xfrm>
            <a:off x="7876468" y="3198167"/>
            <a:ext cx="1597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Exercise 5</a:t>
            </a:r>
            <a:endParaRPr lang="en-AE" sz="2400" b="1" dirty="0"/>
          </a:p>
        </p:txBody>
      </p:sp>
    </p:spTree>
    <p:extLst>
      <p:ext uri="{BB962C8B-B14F-4D97-AF65-F5344CB8AC3E}">
        <p14:creationId xmlns:p14="http://schemas.microsoft.com/office/powerpoint/2010/main" val="1097885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AFF45C-9142-E056-06D0-8E495F653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17" y="461664"/>
            <a:ext cx="3792010" cy="25768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196529-E9EA-0634-7C44-E6A972269219}"/>
              </a:ext>
            </a:extLst>
          </p:cNvPr>
          <p:cNvSpPr txBox="1"/>
          <p:nvPr/>
        </p:nvSpPr>
        <p:spPr>
          <a:xfrm>
            <a:off x="1668639" y="0"/>
            <a:ext cx="1597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Exercise 6</a:t>
            </a:r>
            <a:endParaRPr lang="en-AE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19C1C6-B52A-54C5-0316-AF53F9F799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473"/>
          <a:stretch>
            <a:fillRect/>
          </a:stretch>
        </p:blipFill>
        <p:spPr>
          <a:xfrm>
            <a:off x="5926457" y="509290"/>
            <a:ext cx="252709" cy="6348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5BC592-F7D7-106B-F643-6D928BA7A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645" y="509288"/>
            <a:ext cx="252709" cy="63487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9D5E0B-E612-8F83-C693-B8FBC499E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833" y="513753"/>
            <a:ext cx="266737" cy="31817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8FA5A6-6847-C11D-059C-56BC9127CD5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341" r="24758"/>
          <a:stretch>
            <a:fillRect/>
          </a:stretch>
        </p:blipFill>
        <p:spPr>
          <a:xfrm>
            <a:off x="7230502" y="509288"/>
            <a:ext cx="266737" cy="32103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EA2F6AD-4822-35E1-2861-39C914B170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6171" y="509288"/>
            <a:ext cx="342948" cy="32961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A21C75E-92B9-C92B-B41C-41C7764FBE82}"/>
              </a:ext>
            </a:extLst>
          </p:cNvPr>
          <p:cNvSpPr txBox="1"/>
          <p:nvPr/>
        </p:nvSpPr>
        <p:spPr>
          <a:xfrm>
            <a:off x="6109521" y="-1"/>
            <a:ext cx="1597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Exercise 7</a:t>
            </a:r>
            <a:endParaRPr lang="en-AE" sz="2400" b="1" dirty="0"/>
          </a:p>
        </p:txBody>
      </p:sp>
    </p:spTree>
    <p:extLst>
      <p:ext uri="{BB962C8B-B14F-4D97-AF65-F5344CB8AC3E}">
        <p14:creationId xmlns:p14="http://schemas.microsoft.com/office/powerpoint/2010/main" val="3244696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48622A-DDF7-FE46-1EE7-C8F3B3892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3" y="555182"/>
            <a:ext cx="5096586" cy="22196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9AAE4B-9D17-E485-E265-8B3A54D484BB}"/>
              </a:ext>
            </a:extLst>
          </p:cNvPr>
          <p:cNvSpPr txBox="1"/>
          <p:nvPr/>
        </p:nvSpPr>
        <p:spPr>
          <a:xfrm>
            <a:off x="1826756" y="93517"/>
            <a:ext cx="1597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Exercise 8</a:t>
            </a:r>
            <a:endParaRPr lang="en-AE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59F5E4-6C28-7851-6AF6-A50B267DC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55182"/>
            <a:ext cx="4086795" cy="1733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95273A-9830-BEA5-BF68-98BE11A54ED2}"/>
              </a:ext>
            </a:extLst>
          </p:cNvPr>
          <p:cNvSpPr txBox="1"/>
          <p:nvPr/>
        </p:nvSpPr>
        <p:spPr>
          <a:xfrm>
            <a:off x="7475947" y="93517"/>
            <a:ext cx="1597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Exercise 9</a:t>
            </a:r>
            <a:endParaRPr lang="en-AE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6310F9-75CF-7685-3E87-502189368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768" y="3538425"/>
            <a:ext cx="3972479" cy="1609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484136-1F68-0A68-59F8-5F009E1CCAA5}"/>
              </a:ext>
            </a:extLst>
          </p:cNvPr>
          <p:cNvSpPr txBox="1"/>
          <p:nvPr/>
        </p:nvSpPr>
        <p:spPr>
          <a:xfrm>
            <a:off x="1348773" y="2983669"/>
            <a:ext cx="1762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Exercise 10</a:t>
            </a:r>
            <a:endParaRPr lang="en-AE" sz="2400" b="1" dirty="0"/>
          </a:p>
        </p:txBody>
      </p:sp>
    </p:spTree>
    <p:extLst>
      <p:ext uri="{BB962C8B-B14F-4D97-AF65-F5344CB8AC3E}">
        <p14:creationId xmlns:p14="http://schemas.microsoft.com/office/powerpoint/2010/main" val="179331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1806</TotalTime>
  <Words>20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Malik</dc:creator>
  <cp:lastModifiedBy>Ahmed Malik</cp:lastModifiedBy>
  <cp:revision>2</cp:revision>
  <dcterms:created xsi:type="dcterms:W3CDTF">2025-10-28T11:01:22Z</dcterms:created>
  <dcterms:modified xsi:type="dcterms:W3CDTF">2025-11-03T18:42:15Z</dcterms:modified>
</cp:coreProperties>
</file>